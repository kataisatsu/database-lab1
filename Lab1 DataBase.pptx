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45DAE-EB09-9C4C-9758-4C08EA91B629}" v="668" dt="2026-09-20T19:05:47.030"/>
    <p1510:client id="{DB918952-B6A0-40BE-8F28-C212C1D84E2A}" v="62" dt="2026-09-20T21:14:10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4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8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0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43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4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47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1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13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14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2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83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solidFill>
                  <a:srgbClr val="FFC000"/>
                </a:solidFill>
              </a:rPr>
              <a:t>DataBASE</a:t>
            </a:r>
            <a:r>
              <a:rPr lang="fr-FR" dirty="0">
                <a:solidFill>
                  <a:srgbClr val="FFC000"/>
                </a:solidFill>
              </a:rPr>
              <a:t> MANAGEMENNT LAB1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GROUP MEMBERS:</a:t>
            </a:r>
          </a:p>
          <a:p>
            <a:r>
              <a:rPr lang="fr-FR" dirty="0"/>
              <a:t>-AYMANE JAWADI     -KARAM MOHAMMED    -AMINE IMAKOR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623E9-C40B-2AE9-3B6F-538C1AD7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-180381"/>
            <a:ext cx="9238434" cy="857559"/>
          </a:xfrm>
        </p:spPr>
        <p:txBody>
          <a:bodyPr/>
          <a:lstStyle/>
          <a:p>
            <a:r>
              <a:rPr lang="fr-FR" dirty="0"/>
              <a:t>SUMMARY OF THE POWERPOINT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26450-4788-F777-3192-8A36361F0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702366"/>
            <a:ext cx="9238434" cy="61291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In </a:t>
            </a:r>
            <a:r>
              <a:rPr lang="fr-FR" dirty="0" err="1"/>
              <a:t>order</a:t>
            </a:r>
            <a:r>
              <a:rPr lang="fr-FR" dirty="0"/>
              <a:t> to not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messy</a:t>
            </a:r>
            <a:r>
              <a:rPr lang="fr-FR" dirty="0"/>
              <a:t> and </a:t>
            </a:r>
            <a:r>
              <a:rPr lang="fr-FR" dirty="0" err="1"/>
              <a:t>unreadable</a:t>
            </a:r>
            <a:r>
              <a:rPr lang="fr-FR" dirty="0"/>
              <a:t> the </a:t>
            </a:r>
            <a:r>
              <a:rPr lang="fr-FR" dirty="0" err="1"/>
              <a:t>diagram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divaded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parts </a:t>
            </a:r>
            <a:r>
              <a:rPr lang="fr-FR" dirty="0" err="1"/>
              <a:t>resembling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major </a:t>
            </a:r>
            <a:r>
              <a:rPr lang="fr-FR" dirty="0" err="1"/>
              <a:t>entities</a:t>
            </a:r>
            <a:r>
              <a:rPr lang="fr-FR" dirty="0"/>
              <a:t> and at the end all of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regrouped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one </a:t>
            </a: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.</a:t>
            </a:r>
          </a:p>
          <a:p>
            <a:r>
              <a:rPr lang="fr-FR" dirty="0"/>
              <a:t>PERSON</a:t>
            </a:r>
          </a:p>
          <a:p>
            <a:r>
              <a:rPr lang="fr-FR" dirty="0"/>
              <a:t>LABORATORIES</a:t>
            </a:r>
          </a:p>
          <a:p>
            <a:r>
              <a:rPr lang="fr-FR" dirty="0"/>
              <a:t>RESEARCH PROJECT</a:t>
            </a:r>
          </a:p>
          <a:p>
            <a:r>
              <a:rPr lang="fr-FR" dirty="0"/>
              <a:t>BUDGET</a:t>
            </a:r>
          </a:p>
          <a:p>
            <a:r>
              <a:rPr lang="fr-FR" dirty="0"/>
              <a:t>EQUIPMENT MODELS AND EQUIPMENT UNITS</a:t>
            </a:r>
          </a:p>
          <a:p>
            <a:r>
              <a:rPr lang="fr-FR" dirty="0"/>
              <a:t>CERTIFICATION AND AUTORIZATIONS</a:t>
            </a:r>
          </a:p>
          <a:p>
            <a:r>
              <a:rPr lang="fr-FR" dirty="0"/>
              <a:t>RESERVATIONS</a:t>
            </a:r>
          </a:p>
          <a:p>
            <a:r>
              <a:rPr lang="fr-FR" dirty="0"/>
              <a:t>MAINTENANCE</a:t>
            </a:r>
          </a:p>
          <a:p>
            <a:r>
              <a:rPr lang="fr-FR" dirty="0"/>
              <a:t>CALIBRATION RECORDS</a:t>
            </a:r>
          </a:p>
          <a:p>
            <a:r>
              <a:rPr lang="fr-FR" dirty="0"/>
              <a:t>CONSUMMABLE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9836D9-E52E-BD78-CC69-D70A1968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2E2B-5C23-4F2F-95BA-2D6663BFADE4}" type="datetime1">
              <a:t>20/09/2026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B4E933-CCE5-B384-A402-E9035E5F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D1B48E-D096-16FF-D2BF-BB4B17D3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38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80DD9E-F27A-7323-A09A-D131189C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4BEF4D0-34B3-CE8A-4AC2-57E736B0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946" y="2286000"/>
            <a:ext cx="518367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EB0F5B-CA75-4DE5-40C7-DEA4EEE9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04CF1-22B6-05F4-868E-85A7E500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8EB734-46D2-13AF-3B40-1E359E4A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4E17-47B3-EE06-E863-D5ECFEFE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22E9B-11F4-8D1D-F421-E9C27BEF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4CB399-9196-1BD8-04B4-0AA79B0BF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865" y="2286000"/>
            <a:ext cx="3927835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513E17-76B7-62B4-6510-3CA571F0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14839D-34BE-90A5-ED32-F0FC21BD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59E8C-79A2-ED70-51BD-E628DBE4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C323-BE7A-A676-F4B7-6C7D25C1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8CCFF3-C6A9-8C87-588E-DBBCC8F6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090B92A-F2EA-5EE7-3AC1-665BDA06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50" y="2286000"/>
            <a:ext cx="5707866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A17937-EBA0-B891-61F8-8538A6F3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2D7C89-403C-6D29-C8C8-D4B1310C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9B0647-F884-DA3F-3991-000E55A4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D3C9-7E48-C221-751E-30E4D43F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D2DC0-E253-48BF-60E7-B8416B0C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9" y="31654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08EBF38-D032-2A2F-518A-0D7431971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79" y="33131"/>
            <a:ext cx="8067417" cy="6824868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7E4EC1-8BDB-FBD3-4337-0D921715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01249E-4405-63F2-E377-DF154B1E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6B2452-C323-D41C-9C47-4CE86980C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1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9793-BF14-EAB1-8DDB-EDA9CA6F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45A82-1051-1907-1EA6-32CB7792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9" y="31654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E92D79-A4E4-0D0B-61C0-3C3F3F33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18262C-EEDA-4C33-D170-DD4F5043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7A5005-CC22-196B-BE43-DF3F24CE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4998F3F-8501-E2DD-1868-E67EC6032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81" y="0"/>
            <a:ext cx="797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3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9A79C-7021-E357-5D99-DCB1B007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722B56-4957-7411-DE92-9E73C197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9" y="31654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612FB-1100-9219-E61C-49178E7C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3DE213-A6B5-50C7-A54B-A293D6DD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54E87E-4EC5-8912-7347-8B2F9DB3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DD7BEC2-DC98-30B4-B589-6B7DC703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71" y="0"/>
            <a:ext cx="8006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4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7453E-FF52-9E23-2C6D-B6C7BCF3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78439-E9CC-9820-4C12-6B7DB3E6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774494-A391-1AB2-4009-C151C03C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946" y="2286000"/>
            <a:ext cx="518367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28DE7C-357D-69C5-7197-38878F6D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CCD452-61A2-86C8-E376-67214AE8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C1EB91-A9E7-A335-39A2-B63448EC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04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6F3B-44B0-6C05-1284-486A0495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CA5D73-EDDF-AEE1-B456-EE7AD1EE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B7937D-E000-E1AE-B115-17F03825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22" y="2286000"/>
            <a:ext cx="6297521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DE890-7B04-B489-6C68-E0FA3A2D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F46F2-84C7-DF00-3D83-3D7891C8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7A45EE-3A67-D7C3-6929-0013AE17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9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7AF4-F321-909A-31CD-706C6322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420BC-CAC3-C35A-AC6C-A002E509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25A60F-ABC6-7AFE-4E3B-EB061E2A9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475" y="2286000"/>
            <a:ext cx="4884615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33D45A-1BAB-9338-9F5D-B91660FC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490795-4CE6-65F3-B215-8CB97E95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72EA6E-5517-B2B2-DBF9-B615EF39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67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70BA-1713-5827-2105-E93A2A8D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09D292-767F-03FE-6BD4-DEB0CE62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1F83A18-ABE6-349F-1FE0-E316F8DE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69" y="2286000"/>
            <a:ext cx="5665427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CF871-13EC-B881-9FAC-1F3578A4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45E65-7054-5B62-2F8B-DD2536D8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8D8239-D3A6-8BD2-A512-1B249EF0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37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6AA7-8E0F-D2B9-645A-431A9636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EF0A0-4500-0F76-78EB-67C13959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RESEARCH PROJECT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3CEC361-425F-4DF5-883D-533B35AE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17" y="2286000"/>
            <a:ext cx="4391932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25D29C-DAD8-B6C6-5B00-8D50BBFE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A155B9-752A-8D83-37EC-E0EE4F6F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EAA909-BF8C-E4CC-AA90-01B84430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30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98C7F-4BB4-C0B4-6E78-CE986678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9C697-0044-FEB1-83BC-A0CB42D2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RESEARCH PROJECT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91E00F6-CA8B-201D-39C6-2CA174F8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957" y="2286000"/>
            <a:ext cx="6323651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C08B59-85E7-879A-1D28-89696687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146C77-74D3-959D-0AEB-21E2B2D0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0AE1C3-BAFF-F865-8A41-7F92E636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CB7B-BD20-2BFC-D3FC-2DE4857B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D11F8-38DD-A7C7-2B13-2E92B1E7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budget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E62835E-1908-AEB4-EB3D-3FADF863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874" y="2286000"/>
            <a:ext cx="5541818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F37C89-F2FB-BBDB-C020-17513CDD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4A2B4-C40B-4201-451B-8C8A885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1EEAF0-F233-9626-BC6C-8A6F6B78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4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B21E-849F-303B-6576-04E0E32D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AECAC-9073-A0D8-F783-6ABADA85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budget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C40FD8-1BE0-C0E5-3E8E-1CF642A8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82" y="2286000"/>
            <a:ext cx="7620002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5986E7-3BA0-E502-B15F-50CD069F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8F18F1-172C-2D1B-1EC5-D20887E8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22140B-1436-490D-A525-71AE3A16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38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3884C-4B42-CA3A-3116-F69F6249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A716D-0E42-38D9-1123-12AAF54C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budget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50982E7-6F0B-3086-B04C-1569CCFA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50" y="2286000"/>
            <a:ext cx="5707866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788CE-29BA-A7CA-7632-3A4CD8FE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C61C95-38B6-33E1-A8A1-495AA267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CB9E67-53CB-90D3-0ACA-3CE72E3B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9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669E-D5EA-68C7-9DC5-00C99E7F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E21474-F05D-5180-E7D1-D8697479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70D034B-3E8E-7A93-B29C-1344914D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40" y="2286000"/>
            <a:ext cx="4354286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3F7415-53F9-3689-7CAC-EA64AFD8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1CB06C-AE3C-F8A3-B358-C9BF96F2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C46C74-D3D1-FF8F-E1C2-C7B2C266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21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2EEF-3699-D2F3-53D6-BA141EC0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5B1FEC-6434-337F-5392-F9C4CA8E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8B22C6-8C02-1245-B7D2-8055F46D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66" y="2562726"/>
            <a:ext cx="9238434" cy="3256547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9D4729-2B3A-8384-B26A-078EFDBF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AE45CF-D454-DBBA-8EF9-8C41C34A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258E04-AD2B-DCAF-3C14-24F3921D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51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88A1-744A-5C95-B93B-24A1AD60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ADB9D-A462-9D92-A147-C66B688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9B455B6-E737-7CD4-EC41-53AE5A07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96" y="2286000"/>
            <a:ext cx="8708573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6BF39F-AFF5-A26B-40DF-25586290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11F4A7-701C-1B3E-A2A3-CD4C5D42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2560EC-86A3-6CEF-C16F-DA9F5B80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27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441-8918-4A95-7B26-F6B7EA48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DE8BF-A1EE-5465-8644-18EABD8E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9C6ABA9-C466-60DB-62AC-28DE986B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408" y="2286000"/>
            <a:ext cx="722274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89942-6C5C-31A6-E2A4-BA29BA2D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4B938C-A060-1D83-B54F-8CA6E1E8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FFD21-5D95-91CB-A03B-67227B9A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96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5904-28E2-C9B1-6CEE-77734361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F1187-A818-AC0D-9945-BF7940E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03511CA-DA44-AE52-BC63-6DE3CCD9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408" y="2286000"/>
            <a:ext cx="722274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11BE4E-4E09-21B8-6E8F-0FA861E3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729BD-6B71-D759-870F-04E50465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B09DAE-7323-41E7-D722-9B1DB686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16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509E-65D7-640C-D394-70372E01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E3180A-7471-06BA-5CC4-F538F2D3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Certification and </a:t>
            </a:r>
            <a:r>
              <a:rPr lang="fr-FR" i="1" u="sng" dirty="0" err="1"/>
              <a:t>authorisation</a:t>
            </a:r>
            <a:endParaRPr lang="fr-FR" dirty="0" err="1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CD972E4-8C07-491B-A201-141DC7DCC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609" y="2286000"/>
            <a:ext cx="4198348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8C628A-C2AE-C5EC-C744-B2091480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193736-2D38-3CF1-45C1-518E6B16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097A3F-B3A3-D842-5209-21D7A3F8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9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0E0A-7B7C-2DBF-7BA0-F44D3C2E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998CF4-BD86-CC24-8801-FBC7ECC5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Certification and </a:t>
            </a:r>
            <a:r>
              <a:rPr lang="fr-FR" i="1" u="sng" dirty="0" err="1"/>
              <a:t>authorisation</a:t>
            </a:r>
            <a:endParaRPr lang="fr-FR" dirty="0" err="1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76928C-E808-B8B1-990E-7EACE69A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98" y="2286000"/>
            <a:ext cx="6376570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18C451-1ECA-7EED-16A3-1D83D65C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2EA9CD-CAB1-2961-3DB1-3F13C289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A5DE61-1F91-8DA3-24DD-1FE84D82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1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A0E1-C9BE-41DD-A999-2BA30179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B2653-1E83-899F-7059-FC8CE984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Certification and </a:t>
            </a:r>
            <a:r>
              <a:rPr lang="fr-FR" i="1" u="sng" dirty="0" err="1"/>
              <a:t>authorisation</a:t>
            </a: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AFF155-4BF0-0FE0-8BD2-2D83E61B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226" y="2286000"/>
            <a:ext cx="523711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B6D31E-A1C2-578A-B84F-55BFC0EB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C1246F-ECBD-7087-DE28-0FD5C785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270E4-103D-B5EF-21B2-7DEEBEAE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72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CCCB-2D12-40E8-F535-CDB4BBD7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2F2AE-6B9D-DF07-F122-284C412B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3E1D42-0EA0-B6BB-3E05-00C7A833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323" y="2286000"/>
            <a:ext cx="411891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0437F2-7294-888E-5C79-243B2E56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AE604B-ECEF-643D-381C-79A4B650A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1F6E85-4560-6EF8-CB76-7132E37C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6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741B-07F3-EA6A-A11D-DE7E9BB3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7D6CC-EDA8-5B82-0453-68367F76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3C48F27-5CC4-0D36-0C86-34585413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252" y="2286000"/>
            <a:ext cx="7979061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A5CBC5-86B2-0AB3-8AC2-6E33B36E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D81597-1DC2-AF45-6C9A-4A5A1778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DC2565-3A63-AFE9-EB98-11FC920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1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2CF2-0749-A570-745E-8A9C8B2E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B28B76-F990-ABD6-C958-8B3395E4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9550938-6E46-96FD-0937-48631D48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98" y="2286000"/>
            <a:ext cx="6376570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A315B0-BB4C-2840-55FC-800A8F99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ECF889-3EF1-AFF3-5C95-4A9807F5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F7C14-633C-502A-A68D-47B56A98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24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9A7C-34F9-F3B7-0BAF-3054FD5D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6363D-3053-D32B-A167-C9D275AA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-8231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A196DA4-476F-5D67-A59D-617BA721E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26" y="1356360"/>
            <a:ext cx="6501653" cy="549402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8EEB58-05C5-B223-176C-4DBD4053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6D583-2F64-3D05-976B-C6D3A45C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768841-0283-E296-E791-4A2500FA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3668C2-3AF7-6AF3-4508-6F059855FD81}"/>
              </a:ext>
            </a:extLst>
          </p:cNvPr>
          <p:cNvSpPr txBox="1"/>
          <p:nvPr/>
        </p:nvSpPr>
        <p:spPr>
          <a:xfrm>
            <a:off x="190555" y="1686422"/>
            <a:ext cx="162925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 i="1" dirty="0"/>
              <a:t>Little typo </a:t>
            </a:r>
            <a:r>
              <a:rPr lang="fr-FR" b="1" i="1" dirty="0" err="1"/>
              <a:t>here</a:t>
            </a:r>
            <a:r>
              <a:rPr lang="fr-FR" b="1" i="1" dirty="0"/>
              <a:t> </a:t>
            </a:r>
            <a:r>
              <a:rPr lang="fr-FR" b="1" i="1" dirty="0" err="1"/>
              <a:t>meant</a:t>
            </a:r>
            <a:r>
              <a:rPr lang="fr-FR" b="1" i="1" dirty="0"/>
              <a:t> to </a:t>
            </a:r>
            <a:r>
              <a:rPr lang="fr-FR" b="1" i="1" dirty="0" err="1"/>
              <a:t>write</a:t>
            </a:r>
            <a:r>
              <a:rPr lang="fr-FR" b="1" i="1" dirty="0"/>
              <a:t> </a:t>
            </a:r>
            <a:r>
              <a:rPr lang="fr-FR" b="1" i="1" dirty="0" err="1"/>
              <a:t>designated</a:t>
            </a:r>
            <a:r>
              <a:rPr lang="fr-FR" b="1" i="1" dirty="0"/>
              <a:t> and not </a:t>
            </a:r>
            <a:r>
              <a:rPr lang="fr-FR" b="1" i="1" dirty="0" err="1"/>
              <a:t>diagnosed</a:t>
            </a:r>
            <a:r>
              <a:rPr lang="fr-FR" b="1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5452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95D4-5F72-59D5-155F-983FC5EC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28220A-5C71-D653-2B1A-4A09B73E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150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4BC3F8-FD1E-963D-2084-C9FE45F87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24" y="861060"/>
            <a:ext cx="6662778" cy="591312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64EB2-3909-0F3B-CB7F-EB5D7F5C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3903FE-4321-736D-BDD6-01B150F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7C5E6A-0A34-F7FD-DEBF-0FDD0387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64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A784-789D-4FFD-B8E2-ADEEB9B5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50BF0-8EA4-F575-42F4-0BC2D0E3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150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8B97B-43EA-1AEC-2680-CDD092C3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1E38FC-38D6-36CF-11C0-F667792D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67C29B-8D1C-6498-E557-50DB50C7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504E341-07B5-B2A3-1828-F7DED641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364" y="1257300"/>
            <a:ext cx="6263811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0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4DB1-D656-B0C0-13F2-B1293FC2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9BCC41-EC9F-1F6A-FCBE-47E33502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MAINTENANCE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BFF41E-1783-D4B9-C7A8-EE2CF210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241" y="2286000"/>
            <a:ext cx="430508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4B94F6-4D67-5760-6A84-523DFF39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6C668C-AA7C-E2FB-B9C4-A439CD03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268A49-7E6A-8DAA-CDE5-E9C49145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74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25E4-0891-959C-1047-958AA132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173521-7614-BC44-0D46-963A2867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MAINTENANCE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49680CE-6BFB-5D8D-A331-DE4B0E16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983" y="2286000"/>
            <a:ext cx="289559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FBF668-817A-8127-61AF-BBAE464E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2C5716-B16B-FE19-033F-BCA3AD2F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9AF632-9ECC-17CF-5CD2-5A598B47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82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8D02-611A-F0AD-537E-9BCA2B8D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AC1D6-093B-C2DF-1234-75C55AFC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MAINTENANCE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30014E-FC4D-7104-B994-41EBA3F2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97" y="2286000"/>
            <a:ext cx="5255172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8B8AD-9D97-71AA-6585-18E80C41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0CFF00-163D-154E-12B6-94DBBF8D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F7A628-AB54-AD42-C8DC-30456112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22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14A1-B7B6-3E0D-ADB3-DDF9C876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C148-6AA2-B5BC-0D9F-9FC6357E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Calibration records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C2B67D0-ECDF-9FB2-6BD6-F8790D88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291" y="2286000"/>
            <a:ext cx="4256983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1A7B3D-F63B-2C59-3CE9-99441D5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1B7668-03C5-6462-7A0F-68DA42DC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8D1B7E-1EBA-8904-6991-D5E5CDAC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5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1C40-819D-D503-AD4A-5A6E7290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557C3-B6A2-EF0E-BB03-DE8E982E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Calibration records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95B934-5D4A-5141-C9B3-E2C32FFD5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96" y="2286000"/>
            <a:ext cx="708837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124A9-CDE3-7BAF-AAD1-96B9E314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B50A18-5CC8-09F2-ECDD-0D51CD90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945E0-C77F-3E34-719A-1854D489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28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D051-801D-A470-C8B3-8D203632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A90D1-0725-6226-EEA8-32D2E3C4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E26A12-4F8A-C115-ED69-51099A15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783" y="2286000"/>
            <a:ext cx="3810000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8CE349-68B1-E80A-B432-ABFAFBCB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C56BAA-1DAD-1CFE-CAE4-B852BD87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0F3A73-16F7-DA70-3C58-B6A72B15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7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13C2-1AA3-E5FE-81D2-9A251376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6EBABA-4DEF-810E-F026-83882665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14B0B67-6FAD-214B-C6B8-CEF87249F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71" y="2286000"/>
            <a:ext cx="3248023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9D89E3-B1A5-B4D7-F185-51639917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7E0C58-5625-F7FB-442D-A4D21162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2CBABE-BC97-12F0-7F6A-F078F16C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0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29C33-7341-6054-A90F-866D2C45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CCF47-474D-07B7-74FA-4B0CE795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AC570D-AB63-1702-0DE0-F2299293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06" y="1303020"/>
            <a:ext cx="7516373" cy="555498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C91F2E-5AD0-530C-14C7-5CA50EB8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AFF25-CA9D-670D-0621-C3653A05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1E81F1-6EE8-AE24-015D-46F2AF7F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87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662D-9AFB-00B9-DD85-CE4FD2A7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BE3E8-7D6F-8023-3E87-F5902B33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B6C11E-2053-B9D8-A9B7-B956B956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A1A1CF-E1CA-15D3-99CA-9E045EB9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CD8806-FC4E-8D17-EA66-A748FB49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D1DE87-7700-1914-94D9-98FF2E116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540" y="891540"/>
            <a:ext cx="84885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69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9B50-0D67-22AA-DCAF-3B45E7E8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4B2C1-F4EB-5BA5-C2EE-B8A60D31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B02D6B-A458-9166-307B-BAB0AAC7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54217-2DE6-A1C0-F531-491AAAB9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230695-5156-2F7D-EEB2-4CF2CC52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35E8C2-4007-E92D-A3FB-A8921F2F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475" y="899160"/>
            <a:ext cx="8311049" cy="59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3628-AD4F-8733-D6A4-C0EF1A39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B8B6AB-93D3-5D7B-AAE5-1BF4C28D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CC3825-8157-4545-C134-F3EB6FD0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D3DA00-66F5-BDFB-B909-0BA6DCC3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03A212-FB4C-BF4E-0E39-C291D468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853AB1-E1EA-C3C9-DD52-E4E9F97D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179" y="891540"/>
            <a:ext cx="8265642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5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3DA51-ED7A-5CCC-28CA-46674E96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AND NOW THE MERGED RESULT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414BE3-D990-F9F6-40CE-D73765D24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Note: in </a:t>
            </a:r>
            <a:r>
              <a:rPr lang="fr-FR" dirty="0" err="1"/>
              <a:t>order</a:t>
            </a:r>
            <a:r>
              <a:rPr lang="fr-FR" dirty="0"/>
              <a:t> to </a:t>
            </a:r>
            <a:r>
              <a:rPr lang="fr-FR" dirty="0" err="1"/>
              <a:t>keep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clean, </a:t>
            </a:r>
            <a:r>
              <a:rPr lang="fr-FR" dirty="0" err="1"/>
              <a:t>some</a:t>
            </a:r>
            <a:r>
              <a:rPr lang="fr-FR" dirty="0"/>
              <a:t> of the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not </a:t>
            </a:r>
            <a:r>
              <a:rPr lang="fr-FR" dirty="0" err="1"/>
              <a:t>included</a:t>
            </a:r>
            <a:r>
              <a:rPr lang="fr-FR" dirty="0"/>
              <a:t> in the final design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24B9CB-4305-85F0-19A4-365A5C50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39A0-DA4A-4FD3-8926-A15D5E81168D}" type="datetime1">
              <a:t>20/09/2026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4D562B-D9AB-779A-3B75-7F15075B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E08033-9D0D-2FF4-DB73-5D262BF4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678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C0E82C-B184-B805-66A6-55FC2749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90DC-2099-419D-BF43-E41E37630E15}" type="datetime1">
              <a:rPr lang="fr-FR"/>
              <a:t>20/09/2026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E6FDA6-94D2-EEC1-8D82-E242CAD3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AB017-2EA7-0379-0735-633B5DE9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44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155A16-7C4F-990B-8277-94AEECDA8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3237" y="0"/>
            <a:ext cx="122206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12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5" baseType="lpstr">
      <vt:lpstr>PortalVTI</vt:lpstr>
      <vt:lpstr>DataBASE MANAGEMENNT LAB1</vt:lpstr>
      <vt:lpstr>SUMMARY OF THE POWERPOINT</vt:lpstr>
      <vt:lpstr>PERSON</vt:lpstr>
      <vt:lpstr>PERSON</vt:lpstr>
      <vt:lpstr>PERSON</vt:lpstr>
      <vt:lpstr>PERSON</vt:lpstr>
      <vt:lpstr>PERSON</vt:lpstr>
      <vt:lpstr>PERSON</vt:lpstr>
      <vt:lpstr>LABORATORIES</vt:lpstr>
      <vt:lpstr>LABORATORIES</vt:lpstr>
      <vt:lpstr>LABORATORIES</vt:lpstr>
      <vt:lpstr>LABORATORIES</vt:lpstr>
      <vt:lpstr>RESEARCH PROJECT</vt:lpstr>
      <vt:lpstr>RESEARCH PROJECT</vt:lpstr>
      <vt:lpstr>budget</vt:lpstr>
      <vt:lpstr>budget</vt:lpstr>
      <vt:lpstr>budget</vt:lpstr>
      <vt:lpstr>EQUIPMENT MODELS AND EQUIPMENT UNITS</vt:lpstr>
      <vt:lpstr>EQUIPMENT MODELS AND EQUIPMENT UNITS</vt:lpstr>
      <vt:lpstr>EQUIPMENT MODELS AND EQUIPMENT UNITS</vt:lpstr>
      <vt:lpstr>EQUIPMENT MODELS AND EQUIPMENT UNITS</vt:lpstr>
      <vt:lpstr>EQUIPMENT MODELS AND EQUIPMENT UNITS</vt:lpstr>
      <vt:lpstr>Certification and authorisation</vt:lpstr>
      <vt:lpstr>Certification and authorisation</vt:lpstr>
      <vt:lpstr>Certification and authorisation</vt:lpstr>
      <vt:lpstr>RESERVATION</vt:lpstr>
      <vt:lpstr>RESERVATION</vt:lpstr>
      <vt:lpstr>RESERVATION</vt:lpstr>
      <vt:lpstr>RESERVATION</vt:lpstr>
      <vt:lpstr>RESERVATION</vt:lpstr>
      <vt:lpstr>RESERVATION</vt:lpstr>
      <vt:lpstr>MAINTENANCE</vt:lpstr>
      <vt:lpstr>MAINTENANCE</vt:lpstr>
      <vt:lpstr>MAINTENANCE</vt:lpstr>
      <vt:lpstr>Calibration records</vt:lpstr>
      <vt:lpstr>Calibration records</vt:lpstr>
      <vt:lpstr>consummable</vt:lpstr>
      <vt:lpstr>consummable</vt:lpstr>
      <vt:lpstr>consummable</vt:lpstr>
      <vt:lpstr>consummable</vt:lpstr>
      <vt:lpstr>consummable</vt:lpstr>
      <vt:lpstr>consummable</vt:lpstr>
      <vt:lpstr>AND NOW THE MERGED RESULT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257</cp:revision>
  <dcterms:created xsi:type="dcterms:W3CDTF">2026-09-20T17:16:50Z</dcterms:created>
  <dcterms:modified xsi:type="dcterms:W3CDTF">2026-09-20T21:14:14Z</dcterms:modified>
</cp:coreProperties>
</file>